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61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FACE RECOGNITION</a:t>
            </a:r>
            <a:br/>
            <a:r>
              <a:t>ATTENDANCE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29000"/>
            <a:ext cx="9418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D9EAF5"/>
                </a:solidFill>
              </a:defRPr>
            </a:pPr>
            <a:r>
              <a:t>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FD8EA"/>
                </a:solidFill>
              </a:defRPr>
            </a:pPr>
            <a:r>
              <a:t>Python  •  OpenCV  •  Face Recognition  •  CSV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8DAA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9260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Project Purpose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22860"/>
          </a:xfrm>
          <a:prstGeom prst="rect">
            <a:avLst/>
          </a:prstGeom>
          <a:solidFill>
            <a:srgbClr val="4C8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Develop an automated attendance system using face recognition.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Recognize registered students through a webcam in real time.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Automatically record attendance after successful recognition.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Reduce manual effort in maintaining daily attendance.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Maintain attendance records in a simple CSV file.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7D8B"/>
                </a:solidFill>
              </a:defRPr>
            </a:pPr>
            <a:r>
              <a:t>Face Recognition Attendance System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8DAA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9260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22860"/>
          </a:xfrm>
          <a:prstGeom prst="rect">
            <a:avLst/>
          </a:prstGeom>
          <a:solidFill>
            <a:srgbClr val="4C8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Capture live video using the computer webcam.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Detect faces from the live camera feed.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Compare detected faces with registered student images.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Display the recognized student's name.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Record the student's date and time of attendance.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Prevent repeated attendance entries for the same student on the same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7D8B"/>
                </a:solidFill>
              </a:defRPr>
            </a:pPr>
            <a:r>
              <a:t>Face Recognition Attendance System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8DAA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9260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Technology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22860"/>
          </a:xfrm>
          <a:prstGeom prst="rect">
            <a:avLst/>
          </a:prstGeom>
          <a:solidFill>
            <a:srgbClr val="4C8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Python — core programming language.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OpenCV — webcam access and video processing.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face_recognition — face detection, encoding and matching.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NumPy — numerical operations used by the recognition system.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CSV — attendance data storage.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Visual Studio Code — development environment.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Webcam — real-time image input.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7D8B"/>
                </a:solidFill>
              </a:defRPr>
            </a:pPr>
            <a:r>
              <a:t>Face Recognition Attendance System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8DAA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9260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Project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22860"/>
          </a:xfrm>
          <a:prstGeom prst="rect">
            <a:avLst/>
          </a:prstGeom>
          <a:solidFill>
            <a:srgbClr val="4C8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FaceRecognitionAttendance/ — main project folder.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main.py — main face recognition and attendance program.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ImagesAttendance/ — stores registered student JPG images.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Attendance.csv — stores attendance records.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venv/ — Python virtual environment.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The project currently contains two student JPG images for testing.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7D8B"/>
                </a:solidFill>
              </a:defRPr>
            </a:pPr>
            <a:r>
              <a:t>Face Recognition Attendance System   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8DAA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9260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How the System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22860"/>
          </a:xfrm>
          <a:prstGeom prst="rect">
            <a:avLst/>
          </a:prstGeom>
          <a:solidFill>
            <a:srgbClr val="4C8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</a:defRPr>
            </a:pPr>
            <a:r>
              <a:t>• Student images are placed in the ImagesAttendance folder.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</a:defRPr>
            </a:pPr>
            <a:r>
              <a:t>• The program loads the images and generates face encodings.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</a:defRPr>
            </a:pPr>
            <a:r>
              <a:t>• The webcam starts and captures live frames.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</a:defRPr>
            </a:pPr>
            <a:r>
              <a:t>• Faces are detected from each frame.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</a:defRPr>
            </a:pPr>
            <a:r>
              <a:t>• Each detected face is compared with the stored encodings.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</a:defRPr>
            </a:pPr>
            <a:r>
              <a:t>• A matching student name is displayed on the screen.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</a:defRPr>
            </a:pPr>
            <a:r>
              <a:t>• Attendance is recorded with the student's name, date and time.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</a:defRPr>
            </a:pPr>
            <a:r>
              <a:t>• The system checks the CSV before adding a duplicate entry.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7D8B"/>
                </a:solidFill>
              </a:defRPr>
            </a:pPr>
            <a:r>
              <a:t>Face Recognition Attendance System   |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8DAA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9260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Work Completed So Far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22860"/>
          </a:xfrm>
          <a:prstGeom prst="rect">
            <a:avLst/>
          </a:prstGeom>
          <a:solidFill>
            <a:srgbClr val="4C8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</a:defRPr>
            </a:pPr>
            <a:r>
              <a:t>• Python and the project virtual environment have been configured.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</a:defRPr>
            </a:pPr>
            <a:r>
              <a:t>• Required libraries have been installed successfully.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</a:defRPr>
            </a:pPr>
            <a:r>
              <a:t>• The project folder and required files have been created.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</a:defRPr>
            </a:pPr>
            <a:r>
              <a:t>• Student images are being loaded for face encoding.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</a:defRPr>
            </a:pPr>
            <a:r>
              <a:t>• Webcam-based face recognition is working.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</a:defRPr>
            </a:pPr>
            <a:r>
              <a:t>• The registered student can be recognized successfully.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</a:defRPr>
            </a:pPr>
            <a:r>
              <a:t>• Attendance is being written to Attendance.csv.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</a:defRPr>
            </a:pPr>
            <a:r>
              <a:t>• Daily duplicate attendance prevention has been implemented.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</a:defRPr>
            </a:pPr>
            <a:r>
              <a:t>• Two JPG images have been added for multi-student testing.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7D8B"/>
                </a:solidFill>
              </a:defRPr>
            </a:pPr>
            <a:r>
              <a:t>Face Recognition Attendance System   |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8DAA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9260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Current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22860"/>
          </a:xfrm>
          <a:prstGeom prst="rect">
            <a:avLst/>
          </a:prstGeom>
          <a:solidFill>
            <a:srgbClr val="4C8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</a:defRPr>
            </a:pPr>
            <a:r>
              <a:t>• Real-time webcam face detection.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</a:defRPr>
            </a:pPr>
            <a:r>
              <a:t>• Face recognition using registered images.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</a:defRPr>
            </a:pPr>
            <a:r>
              <a:t>• Student name displayed on recognition.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</a:defRPr>
            </a:pPr>
            <a:r>
              <a:t>• Green rectangle for recognized faces.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</a:defRPr>
            </a:pPr>
            <a:r>
              <a:t>• Red rectangle for unknown faces.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</a:defRPr>
            </a:pPr>
            <a:r>
              <a:t>• Automatic attendance recording.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</a:defRPr>
            </a:pPr>
            <a:r>
              <a:t>• Date and time logging.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</a:defRPr>
            </a:pPr>
            <a:r>
              <a:t>• One attendance record per student per day.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</a:defRPr>
            </a:pPr>
            <a:r>
              <a:t>• Multiple registered student images supported.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7D8B"/>
                </a:solidFill>
              </a:defRPr>
            </a:pPr>
            <a:r>
              <a:t>Face Recognition Attendance System   |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8DAA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9260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Attendance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22860"/>
          </a:xfrm>
          <a:prstGeom prst="rect">
            <a:avLst/>
          </a:prstGeom>
          <a:solidFill>
            <a:srgbClr val="4C8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Attendance is stored in Attendance.csv.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The record contains the student's name, date and time.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Example format: Name | Date | Time.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The CSV file can be opened in Excel or a spreadsheet application.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The program checks existing records before adding attendance for the same student and date.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7D8B"/>
                </a:solidFill>
              </a:defRPr>
            </a:pPr>
            <a:r>
              <a:t>Face Recognition Attendance System   |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8DAA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9260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Current Testing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22860"/>
          </a:xfrm>
          <a:prstGeom prst="rect">
            <a:avLst/>
          </a:prstGeom>
          <a:solidFill>
            <a:srgbClr val="4C8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Webcam operation has been tested successfully.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Face detection has been tested successfully.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Registered face recognition has been tested successfully.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Attendance CSV generation and recording have been tested.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Daily duplicate prevention has been implemented.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Two student images are now available for the next multi-person recognition 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7D8B"/>
                </a:solidFill>
              </a:defRPr>
            </a:pPr>
            <a:r>
              <a:t>Face Recognition Attendance System   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8DAA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9260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22860"/>
          </a:xfrm>
          <a:prstGeom prst="rect">
            <a:avLst/>
          </a:prstGeom>
          <a:solidFill>
            <a:srgbClr val="4C8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Run the system with both registered student images.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Verify that both students are recognized correctly.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Verify that attendance is recorded correctly for each student.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Add more student images for larger testing.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Improve the attendance report and user interface if required.</a:t>
            </a:r>
          </a:p>
          <a:p>
            <a:pPr>
              <a:spcAft>
                <a:spcPts val="1100"/>
              </a:spcAft>
              <a:defRPr sz="1900">
                <a:solidFill>
                  <a:srgbClr val="263238"/>
                </a:solidFill>
              </a:defRPr>
            </a:pPr>
            <a:r>
              <a:t>• Complete final screenshots, documentation and viva preparation.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7D8B"/>
                </a:solidFill>
              </a:defRPr>
            </a:pPr>
            <a:r>
              <a:t>Face Recognition Attendance System   |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D9EAF5"/>
                </a:solidFill>
              </a:defRPr>
            </a:pPr>
            <a:r>
              <a:t>Face Recognition Attendance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7D8B"/>
                </a:solidFill>
              </a:defRPr>
            </a:pPr>
            <a:r>
              <a:t>Face Recognition Attendance System   |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